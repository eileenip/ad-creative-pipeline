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1F1D"/>
                </a:solidFill>
                <a:latin typeface="Calibri"/>
              </a:rPr>
              <a:t>Defects injected (96 drop files)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Row-level defects</c:v>
                </c:pt>
              </c:strCache>
            </c:strRef>
          </c:tx>
          <c:spPr>
            <a:solidFill>
              <a:srgbClr val="B554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F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Late arrival</c:v>
                  </c:pt>
                  <c:pt idx="1">
                    <c:v>Restatement</c:v>
                  </c:pt>
                  <c:pt idx="2">
                    <c:v>Null value</c:v>
                  </c:pt>
                  <c:pt idx="3">
                    <c:v>Duplicate (near)</c:v>
                  </c:pt>
                  <c:pt idx="4">
                    <c:v>Duplicate (exact)</c:v>
                  </c:pt>
                  <c:pt idx="5">
                    <c:v>Clicks &gt; impressions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2656</c:v>
                </c:pt>
                <c:pt idx="1">
                  <c:v>1260</c:v>
                </c:pt>
                <c:pt idx="2">
                  <c:v>276</c:v>
                </c:pt>
                <c:pt idx="3">
                  <c:v>111</c:v>
                </c:pt>
                <c:pt idx="4">
                  <c:v>109</c:v>
                </c:pt>
                <c:pt idx="5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F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F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914400"/>
            <a:ext cx="2926080" cy="2926080"/>
          </a:xfrm>
          <a:prstGeom prst="ellipse">
            <a:avLst/>
          </a:prstGeom>
          <a:solidFill>
            <a:srgbClr val="B5541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377440" cy="2377440"/>
          </a:xfrm>
          <a:prstGeom prst="ellipse">
            <a:avLst/>
          </a:prstGeom>
          <a:solidFill>
            <a:srgbClr val="B5541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822960" cy="822960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SAME-DAY NUMBERS YOU CAN</a:t>
            </a:r>
            <a:endParaRPr lang="en-US" sz="4200" dirty="0"/>
          </a:p>
          <a:p>
            <a:pPr algn="l" indent="0" marL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TRUST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1605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dbt-core + DuckDB pipeline built to survive a deliberately hostile ad-platform upstream — and prove it, not just claim it.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 creatives  ·  25 campaigns  ·  8 injected defect types  ·  10 dbt tests  ·  0 advertising claims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Same-day reporting is a myth without reliability engineering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buyers usually find out which creatives are winning a week after the numbers mattered — platform reporting takes that long to stabilise. Promising a same-day number is easy. Proving it holds up when the upstream data misbehaves is the actual engineering problem, and it's the one this project answers.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ad-platform data, simulated honestly: 96 daily drop files, deliberately corrupted on delivery.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040880" y="182880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2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269480" y="1965960"/>
            <a:ext cx="41148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55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2,656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2459736"/>
            <a:ext cx="41148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late-arriving rows, delivered 1–3 days after their event date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306324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2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9480" y="3200400"/>
            <a:ext cx="41148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55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1,260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694176"/>
            <a:ext cx="41148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restated rows — an initial wrong value, corrected later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0" y="429768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2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269480" y="4434840"/>
            <a:ext cx="41148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55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day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928616"/>
            <a:ext cx="41148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never delivers at all — permanently, not late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hostile-input generator, not a happy-path demo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produces the correct ground truth first, then corrupts it on delivery — 8 named defect types, every instance logged to a manifest so the pipeline's handling of each one can be checked against a known answer.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4,492 individually logged defect events across 25,892 ground-truth rows.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0" y="173736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DISTINCTION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defect is supposed to fix itself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CFE8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SELF-HEALS WITHIN 7 DAYS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eventually delivers a correct, unambiguous version — dedup and a 7-day lookback window converge on it automatically.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146304" cy="146304"/>
          </a:xfrm>
          <a:prstGeom prst="ellipse">
            <a:avLst/>
          </a:prstGeom>
          <a:solidFill>
            <a:srgbClr val="2F6B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502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Late-arriving rows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4389120"/>
            <a:ext cx="146304" cy="146304"/>
          </a:xfrm>
          <a:prstGeom prst="ellipse">
            <a:avLst/>
          </a:prstGeom>
          <a:solidFill>
            <a:srgbClr val="2F6B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4279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Restated numbers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5166360"/>
            <a:ext cx="146304" cy="146304"/>
          </a:xfrm>
          <a:prstGeom prst="ellipse">
            <a:avLst/>
          </a:prstGeom>
          <a:solidFill>
            <a:srgbClr val="2F6B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5056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Cross-file duplicates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5352" y="187452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EBD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65392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VISIBLE ON PURPOSE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never issues a correction for these — a pipeline that quietly matched them to ground truth would be inventing numbers.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65392" y="3611880"/>
            <a:ext cx="146304" cy="146304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39712" y="3502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Nulled fields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65392" y="4389120"/>
            <a:ext cx="146304" cy="146304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39712" y="4279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&gt; impressions bug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65392" y="5166360"/>
            <a:ext cx="146304" cy="146304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39712" y="5056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Same-file near-duplicates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FINDING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lost day costs more than the lost day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 the platform never delivers at all — not late, permanently absent. The pipeline correctly shows nothing for it. What's less obvious: the damage reaches backward too.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9714768" cy="822960"/>
          </a:xfrm>
          <a:prstGeom prst="rect">
            <a:avLst/>
          </a:prstGeom>
          <a:solidFill>
            <a:srgbClr val="B5541C"/>
          </a:solidFill>
          <a:ln/>
        </p:spPr>
      </p:sp>
      <p:sp>
        <p:nvSpPr>
          <p:cNvPr id="6" name="Shape 4"/>
          <p:cNvSpPr/>
          <p:nvPr/>
        </p:nvSpPr>
        <p:spPr>
          <a:xfrm>
            <a:off x="10263408" y="3291840"/>
            <a:ext cx="1075152" cy="822960"/>
          </a:xfrm>
          <a:prstGeom prst="rect">
            <a:avLst/>
          </a:prstGeom>
          <a:solidFill>
            <a:srgbClr val="E8B9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291840"/>
            <a:ext cx="9714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263408" y="3291840"/>
            <a:ext cx="107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lost on the missing day itself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4251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arrivals from the 3 days before it, scheduled to land that day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20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outage doesn't just cost the day it happens on — it costs whatever was queued to arrive late on that day, from the days before it.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NET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dbt tests, one designed to warn every run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365760" cy="365760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299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&amp; not-null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02996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key column, in staging and marts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273552"/>
            <a:ext cx="365760" cy="365760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108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31089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row resolves to a real dimension row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52544"/>
            <a:ext cx="365760" cy="365760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18795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assert_clicks_lte_impressions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418795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severity=warn on purpose — expected to find ~76–78 rows every run, since that bug is never corrected upstream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57216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431536"/>
            <a:ext cx="365760" cy="365760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431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26694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assert_reconciliation_within_lookback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526694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pipeline's own output against the generator's ground truth, scoped to the 7-day lookback window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reconciliation test's own first version failed — for a real reason, not a flaky test. Documented in the report, not smoothed over.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not local — CI, hosted docs, a real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7F7F5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201168" cy="201168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Integration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the full daily cycle on push, PR, a daily schedule, and manual dispatch — generate, load, build, test, publish.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github.com/EileenIp/ad-creative-pipeline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7F7F5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94560"/>
            <a:ext cx="201168" cy="201168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Lineage Docs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3375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docs, self-contained and hosted — the raw → staging → marts graph is publicly browsable, not a screenshot.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eileenip.github.io/ad-creative-pipeline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7F7F5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94560"/>
            <a:ext cx="201168" cy="201168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Thin Dashboard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3375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Freshness, a defect log, and top-decile creatives — generated fresh every CI run, not a local-only demo.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eileenip.github.io/ad-creative-pipeline/dashboard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914400"/>
            <a:ext cx="2926080" cy="2926080"/>
          </a:xfrm>
          <a:prstGeom prst="ellipse">
            <a:avLst/>
          </a:prstGeom>
          <a:solidFill>
            <a:srgbClr val="B5541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377440" cy="2377440"/>
          </a:xfrm>
          <a:prstGeom prst="ellipse">
            <a:avLst/>
          </a:prstGeom>
          <a:solidFill>
            <a:srgbClr val="B5541C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5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depth is in what a pipeline refuses to paper over.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724912"/>
            <a:ext cx="128016" cy="128016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51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defect types stay visible on purpose — not silently “fixed” into a number the platform never actually delivered.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3685032"/>
            <a:ext cx="128016" cy="128016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611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lookback window and dedup rule are both derived and stated, not defaulted — every number here has a reason attached.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645152"/>
            <a:ext cx="128016" cy="128016"/>
          </a:xfrm>
          <a:prstGeom prst="ellipse">
            <a:avLst/>
          </a:prstGeom>
          <a:solidFill>
            <a:srgbClr val="B554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572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reconciliation test's own build history — a real failure, fixed for a real reason — is in the commit log, not smoothed over in this deck.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github.com/EileenIp/ad-creative-pipeline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2026-09-10T12:29:57Z</dcterms:created>
  <dcterms:modified xsi:type="dcterms:W3CDTF">2026-09-10T12:29:57Z</dcterms:modified>
</cp:coreProperties>
</file>